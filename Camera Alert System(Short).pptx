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89" r:id="rId5"/>
    <p:sldId id="287" r:id="rId6"/>
    <p:sldId id="286" r:id="rId7"/>
    <p:sldId id="285" r:id="rId8"/>
    <p:sldId id="28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B8D0D-EA6B-4691-892A-065EAC83BA0B}" v="18" dt="2026-01-02T08:38:50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cKellar" userId="afb9983860982953" providerId="LiveId" clId="{CF22AB1D-CBD9-45A6-A99E-B9B56B593E45}"/>
    <pc:docChg chg="undo custSel addSld modSld">
      <pc:chgData name="Peter McKellar" userId="afb9983860982953" providerId="LiveId" clId="{CF22AB1D-CBD9-45A6-A99E-B9B56B593E45}" dt="2026-01-02T08:38:50.640" v="255" actId="164"/>
      <pc:docMkLst>
        <pc:docMk/>
      </pc:docMkLst>
      <pc:sldChg chg="modSp mod">
        <pc:chgData name="Peter McKellar" userId="afb9983860982953" providerId="LiveId" clId="{CF22AB1D-CBD9-45A6-A99E-B9B56B593E45}" dt="2026-01-02T08:18:47.816" v="116"/>
        <pc:sldMkLst>
          <pc:docMk/>
          <pc:sldMk cId="4060017132" sldId="256"/>
        </pc:sldMkLst>
        <pc:spChg chg="mod">
          <ac:chgData name="Peter McKellar" userId="afb9983860982953" providerId="LiveId" clId="{CF22AB1D-CBD9-45A6-A99E-B9B56B593E45}" dt="2026-01-02T08:18:47.816" v="116"/>
          <ac:spMkLst>
            <pc:docMk/>
            <pc:sldMk cId="4060017132" sldId="256"/>
            <ac:spMk id="2" creationId="{42BA458B-0A35-8B1F-428F-B20235D66682}"/>
          </ac:spMkLst>
        </pc:spChg>
        <pc:spChg chg="mod">
          <ac:chgData name="Peter McKellar" userId="afb9983860982953" providerId="LiveId" clId="{CF22AB1D-CBD9-45A6-A99E-B9B56B593E45}" dt="2026-01-02T08:18:47.816" v="116"/>
          <ac:spMkLst>
            <pc:docMk/>
            <pc:sldMk cId="4060017132" sldId="256"/>
            <ac:spMk id="3" creationId="{DE02346F-6B43-1F6B-E9E0-A6145430D111}"/>
          </ac:spMkLst>
        </pc:spChg>
      </pc:sldChg>
      <pc:sldChg chg="addSp delSp modSp mod">
        <pc:chgData name="Peter McKellar" userId="afb9983860982953" providerId="LiveId" clId="{CF22AB1D-CBD9-45A6-A99E-B9B56B593E45}" dt="2026-01-02T08:38:50.640" v="255" actId="164"/>
        <pc:sldMkLst>
          <pc:docMk/>
          <pc:sldMk cId="903994161" sldId="257"/>
        </pc:sldMkLst>
        <pc:spChg chg="mod">
          <ac:chgData name="Peter McKellar" userId="afb9983860982953" providerId="LiveId" clId="{CF22AB1D-CBD9-45A6-A99E-B9B56B593E45}" dt="2026-01-02T08:11:53.451" v="75" actId="1076"/>
          <ac:spMkLst>
            <pc:docMk/>
            <pc:sldMk cId="903994161" sldId="257"/>
            <ac:spMk id="63" creationId="{EDC84073-D735-481A-DA56-ABD6C8DCF544}"/>
          </ac:spMkLst>
        </pc:spChg>
        <pc:spChg chg="mod">
          <ac:chgData name="Peter McKellar" userId="afb9983860982953" providerId="LiveId" clId="{CF22AB1D-CBD9-45A6-A99E-B9B56B593E45}" dt="2026-01-02T08:29:42.874" v="226" actId="1076"/>
          <ac:spMkLst>
            <pc:docMk/>
            <pc:sldMk cId="903994161" sldId="257"/>
            <ac:spMk id="64" creationId="{15DC4D93-AFAE-FA4D-497D-4A00E3C6E35F}"/>
          </ac:spMkLst>
        </pc:spChg>
        <pc:spChg chg="mod">
          <ac:chgData name="Peter McKellar" userId="afb9983860982953" providerId="LiveId" clId="{CF22AB1D-CBD9-45A6-A99E-B9B56B593E45}" dt="2026-01-02T08:33:31.121" v="233" actId="688"/>
          <ac:spMkLst>
            <pc:docMk/>
            <pc:sldMk cId="903994161" sldId="257"/>
            <ac:spMk id="67" creationId="{748E0E54-72D4-224A-51B2-08756696B91A}"/>
          </ac:spMkLst>
        </pc:spChg>
        <pc:spChg chg="mod">
          <ac:chgData name="Peter McKellar" userId="afb9983860982953" providerId="LiveId" clId="{CF22AB1D-CBD9-45A6-A99E-B9B56B593E45}" dt="2026-01-02T08:32:56.556" v="230" actId="1076"/>
          <ac:spMkLst>
            <pc:docMk/>
            <pc:sldMk cId="903994161" sldId="257"/>
            <ac:spMk id="111" creationId="{FFD6F154-14F5-95F1-1283-E536500F0830}"/>
          </ac:spMkLst>
        </pc:spChg>
        <pc:spChg chg="add mod">
          <ac:chgData name="Peter McKellar" userId="afb9983860982953" providerId="LiveId" clId="{CF22AB1D-CBD9-45A6-A99E-B9B56B593E45}" dt="2026-01-02T08:11:37.226" v="73" actId="1076"/>
          <ac:spMkLst>
            <pc:docMk/>
            <pc:sldMk cId="903994161" sldId="257"/>
            <ac:spMk id="117" creationId="{34D419A4-CE95-EE0C-4CB0-FFFCD2383246}"/>
          </ac:spMkLst>
        </pc:spChg>
        <pc:spChg chg="add mod">
          <ac:chgData name="Peter McKellar" userId="afb9983860982953" providerId="LiveId" clId="{CF22AB1D-CBD9-45A6-A99E-B9B56B593E45}" dt="2026-01-02T08:11:37.226" v="73" actId="1076"/>
          <ac:spMkLst>
            <pc:docMk/>
            <pc:sldMk cId="903994161" sldId="257"/>
            <ac:spMk id="118" creationId="{FB81EE80-867B-C6E6-ED41-037A8E219027}"/>
          </ac:spMkLst>
        </pc:spChg>
        <pc:spChg chg="add mod">
          <ac:chgData name="Peter McKellar" userId="afb9983860982953" providerId="LiveId" clId="{CF22AB1D-CBD9-45A6-A99E-B9B56B593E45}" dt="2026-01-02T08:11:37.226" v="73" actId="1076"/>
          <ac:spMkLst>
            <pc:docMk/>
            <pc:sldMk cId="903994161" sldId="257"/>
            <ac:spMk id="119" creationId="{1A6D0CEF-E385-8F97-9155-FB42C8F8ECB1}"/>
          </ac:spMkLst>
        </pc:spChg>
        <pc:spChg chg="add mod">
          <ac:chgData name="Peter McKellar" userId="afb9983860982953" providerId="LiveId" clId="{CF22AB1D-CBD9-45A6-A99E-B9B56B593E45}" dt="2026-01-02T08:11:37.226" v="73" actId="1076"/>
          <ac:spMkLst>
            <pc:docMk/>
            <pc:sldMk cId="903994161" sldId="257"/>
            <ac:spMk id="120" creationId="{3B113A2F-5450-8728-3C17-8F7D89AFDA9D}"/>
          </ac:spMkLst>
        </pc:spChg>
        <pc:spChg chg="add mod">
          <ac:chgData name="Peter McKellar" userId="afb9983860982953" providerId="LiveId" clId="{CF22AB1D-CBD9-45A6-A99E-B9B56B593E45}" dt="2026-01-02T08:23:16.213" v="179" actId="1076"/>
          <ac:spMkLst>
            <pc:docMk/>
            <pc:sldMk cId="903994161" sldId="257"/>
            <ac:spMk id="123" creationId="{0A4BF251-C210-1030-19C9-E20872DC114F}"/>
          </ac:spMkLst>
        </pc:spChg>
        <pc:spChg chg="add mod">
          <ac:chgData name="Peter McKellar" userId="afb9983860982953" providerId="LiveId" clId="{CF22AB1D-CBD9-45A6-A99E-B9B56B593E45}" dt="2026-01-02T08:26:57.228" v="202" actId="1076"/>
          <ac:spMkLst>
            <pc:docMk/>
            <pc:sldMk cId="903994161" sldId="257"/>
            <ac:spMk id="124" creationId="{EF3E3E57-1893-3666-B523-C2876EB46858}"/>
          </ac:spMkLst>
        </pc:spChg>
        <pc:spChg chg="add">
          <ac:chgData name="Peter McKellar" userId="afb9983860982953" providerId="LiveId" clId="{CF22AB1D-CBD9-45A6-A99E-B9B56B593E45}" dt="2026-01-02T08:23:45.051" v="181" actId="11529"/>
          <ac:spMkLst>
            <pc:docMk/>
            <pc:sldMk cId="903994161" sldId="257"/>
            <ac:spMk id="125" creationId="{DB24E631-8574-8D10-EDF6-DC1C705A8028}"/>
          </ac:spMkLst>
        </pc:spChg>
        <pc:spChg chg="add del mod">
          <ac:chgData name="Peter McKellar" userId="afb9983860982953" providerId="LiveId" clId="{CF22AB1D-CBD9-45A6-A99E-B9B56B593E45}" dt="2026-01-02T08:24:24.965" v="188" actId="11529"/>
          <ac:spMkLst>
            <pc:docMk/>
            <pc:sldMk cId="903994161" sldId="257"/>
            <ac:spMk id="128" creationId="{301487A7-5A44-6C8D-ADEC-401A22D9BC8A}"/>
          </ac:spMkLst>
        </pc:spChg>
        <pc:spChg chg="add mod">
          <ac:chgData name="Peter McKellar" userId="afb9983860982953" providerId="LiveId" clId="{CF22AB1D-CBD9-45A6-A99E-B9B56B593E45}" dt="2026-01-02T08:25:38.353" v="197" actId="14100"/>
          <ac:spMkLst>
            <pc:docMk/>
            <pc:sldMk cId="903994161" sldId="257"/>
            <ac:spMk id="129" creationId="{F2D50EA8-60DC-57EB-8F7D-49C3C3D23FA0}"/>
          </ac:spMkLst>
        </pc:spChg>
        <pc:spChg chg="add mod">
          <ac:chgData name="Peter McKellar" userId="afb9983860982953" providerId="LiveId" clId="{CF22AB1D-CBD9-45A6-A99E-B9B56B593E45}" dt="2026-01-02T08:38:50.640" v="255" actId="164"/>
          <ac:spMkLst>
            <pc:docMk/>
            <pc:sldMk cId="903994161" sldId="257"/>
            <ac:spMk id="138" creationId="{D7D33BFB-F090-C6A7-74D9-CDE59D4A7AB9}"/>
          </ac:spMkLst>
        </pc:spChg>
        <pc:spChg chg="add mod">
          <ac:chgData name="Peter McKellar" userId="afb9983860982953" providerId="LiveId" clId="{CF22AB1D-CBD9-45A6-A99E-B9B56B593E45}" dt="2026-01-02T08:38:50.640" v="255" actId="164"/>
          <ac:spMkLst>
            <pc:docMk/>
            <pc:sldMk cId="903994161" sldId="257"/>
            <ac:spMk id="139" creationId="{17B9872C-0022-FE8D-6382-E034AF683C9E}"/>
          </ac:spMkLst>
        </pc:spChg>
        <pc:grpChg chg="mod">
          <ac:chgData name="Peter McKellar" userId="afb9983860982953" providerId="LiveId" clId="{CF22AB1D-CBD9-45A6-A99E-B9B56B593E45}" dt="2026-01-02T08:11:37.226" v="73" actId="1076"/>
          <ac:grpSpMkLst>
            <pc:docMk/>
            <pc:sldMk cId="903994161" sldId="257"/>
            <ac:grpSpMk id="78" creationId="{4DFAE559-21FA-8C41-2A92-3B0EB4C00E5E}"/>
          </ac:grpSpMkLst>
        </pc:grpChg>
        <pc:grpChg chg="mod">
          <ac:chgData name="Peter McKellar" userId="afb9983860982953" providerId="LiveId" clId="{CF22AB1D-CBD9-45A6-A99E-B9B56B593E45}" dt="2026-01-02T08:11:37.226" v="73" actId="1076"/>
          <ac:grpSpMkLst>
            <pc:docMk/>
            <pc:sldMk cId="903994161" sldId="257"/>
            <ac:grpSpMk id="79" creationId="{3E99EFC5-879B-10A3-B1D5-5AC232C9D902}"/>
          </ac:grpSpMkLst>
        </pc:grpChg>
        <pc:grpChg chg="add mod">
          <ac:chgData name="Peter McKellar" userId="afb9983860982953" providerId="LiveId" clId="{CF22AB1D-CBD9-45A6-A99E-B9B56B593E45}" dt="2026-01-02T08:07:29.473" v="0" actId="164"/>
          <ac:grpSpMkLst>
            <pc:docMk/>
            <pc:sldMk cId="903994161" sldId="257"/>
            <ac:grpSpMk id="114" creationId="{B91A4E3C-E9D1-27D5-3BF2-B8F72C984634}"/>
          </ac:grpSpMkLst>
        </pc:grpChg>
        <pc:grpChg chg="add mod">
          <ac:chgData name="Peter McKellar" userId="afb9983860982953" providerId="LiveId" clId="{CF22AB1D-CBD9-45A6-A99E-B9B56B593E45}" dt="2026-01-02T08:38:50.640" v="255" actId="164"/>
          <ac:grpSpMkLst>
            <pc:docMk/>
            <pc:sldMk cId="903994161" sldId="257"/>
            <ac:grpSpMk id="143" creationId="{5A6E9588-73F0-96D7-9234-103F8D838CB5}"/>
          </ac:grpSpMkLst>
        </pc:grpChg>
        <pc:picChg chg="mod">
          <ac:chgData name="Peter McKellar" userId="afb9983860982953" providerId="LiveId" clId="{CF22AB1D-CBD9-45A6-A99E-B9B56B593E45}" dt="2026-01-02T08:30:05.887" v="228" actId="1076"/>
          <ac:picMkLst>
            <pc:docMk/>
            <pc:sldMk cId="903994161" sldId="257"/>
            <ac:picMk id="21" creationId="{6D52EB05-DB63-5840-37A3-1E5FD21A0245}"/>
          </ac:picMkLst>
        </pc:picChg>
        <pc:picChg chg="mod">
          <ac:chgData name="Peter McKellar" userId="afb9983860982953" providerId="LiveId" clId="{CF22AB1D-CBD9-45A6-A99E-B9B56B593E45}" dt="2026-01-02T08:30:10.881" v="229" actId="1076"/>
          <ac:picMkLst>
            <pc:docMk/>
            <pc:sldMk cId="903994161" sldId="257"/>
            <ac:picMk id="22" creationId="{71BF8988-FC34-53E4-BF44-1EA2B0040B01}"/>
          </ac:picMkLst>
        </pc:picChg>
        <pc:picChg chg="mod">
          <ac:chgData name="Peter McKellar" userId="afb9983860982953" providerId="LiveId" clId="{CF22AB1D-CBD9-45A6-A99E-B9B56B593E45}" dt="2026-01-02T08:11:37.226" v="73" actId="1076"/>
          <ac:picMkLst>
            <pc:docMk/>
            <pc:sldMk cId="903994161" sldId="257"/>
            <ac:picMk id="95" creationId="{C953BE02-A5F7-8E1F-228C-864AB6EA3840}"/>
          </ac:picMkLst>
        </pc:picChg>
        <pc:picChg chg="mod">
          <ac:chgData name="Peter McKellar" userId="afb9983860982953" providerId="LiveId" clId="{CF22AB1D-CBD9-45A6-A99E-B9B56B593E45}" dt="2026-01-02T08:11:37.226" v="73" actId="1076"/>
          <ac:picMkLst>
            <pc:docMk/>
            <pc:sldMk cId="903994161" sldId="257"/>
            <ac:picMk id="97" creationId="{0D4C534E-B096-E0F1-44A6-F71ADA1C6E39}"/>
          </ac:picMkLst>
        </pc:picChg>
        <pc:picChg chg="mod">
          <ac:chgData name="Peter McKellar" userId="afb9983860982953" providerId="LiveId" clId="{CF22AB1D-CBD9-45A6-A99E-B9B56B593E45}" dt="2026-01-02T08:11:37.226" v="73" actId="1076"/>
          <ac:picMkLst>
            <pc:docMk/>
            <pc:sldMk cId="903994161" sldId="257"/>
            <ac:picMk id="98" creationId="{48C859A9-D374-1114-1E11-AE427AE6DEF0}"/>
          </ac:picMkLst>
        </pc:picChg>
        <pc:picChg chg="mod">
          <ac:chgData name="Peter McKellar" userId="afb9983860982953" providerId="LiveId" clId="{CF22AB1D-CBD9-45A6-A99E-B9B56B593E45}" dt="2026-01-02T08:11:43.482" v="74" actId="1076"/>
          <ac:picMkLst>
            <pc:docMk/>
            <pc:sldMk cId="903994161" sldId="257"/>
            <ac:picMk id="104" creationId="{CF3982E0-B14B-AD7D-C851-A603B563DD76}"/>
          </ac:picMkLst>
        </pc:picChg>
        <pc:picChg chg="add mod">
          <ac:chgData name="Peter McKellar" userId="afb9983860982953" providerId="LiveId" clId="{CF22AB1D-CBD9-45A6-A99E-B9B56B593E45}" dt="2026-01-02T08:25:56.972" v="199" actId="14100"/>
          <ac:picMkLst>
            <pc:docMk/>
            <pc:sldMk cId="903994161" sldId="257"/>
            <ac:picMk id="126" creationId="{F433C236-03F3-5C67-B840-BD79CB4FC2C3}"/>
          </ac:picMkLst>
        </pc:picChg>
        <pc:picChg chg="add">
          <ac:chgData name="Peter McKellar" userId="afb9983860982953" providerId="LiveId" clId="{CF22AB1D-CBD9-45A6-A99E-B9B56B593E45}" dt="2026-01-02T08:24:13.162" v="184"/>
          <ac:picMkLst>
            <pc:docMk/>
            <pc:sldMk cId="903994161" sldId="257"/>
            <ac:picMk id="127" creationId="{2AD727D7-72F7-FE7E-0E12-7BE3D98C2B70}"/>
          </ac:picMkLst>
        </pc:picChg>
        <pc:picChg chg="add mod">
          <ac:chgData name="Peter McKellar" userId="afb9983860982953" providerId="LiveId" clId="{CF22AB1D-CBD9-45A6-A99E-B9B56B593E45}" dt="2026-01-02T08:25:08.265" v="193" actId="14100"/>
          <ac:picMkLst>
            <pc:docMk/>
            <pc:sldMk cId="903994161" sldId="257"/>
            <ac:picMk id="130" creationId="{62919777-30A1-1F62-5D74-29A418ABD89B}"/>
          </ac:picMkLst>
        </pc:picChg>
        <pc:picChg chg="add">
          <ac:chgData name="Peter McKellar" userId="afb9983860982953" providerId="LiveId" clId="{CF22AB1D-CBD9-45A6-A99E-B9B56B593E45}" dt="2026-01-02T08:36:35.080" v="234"/>
          <ac:picMkLst>
            <pc:docMk/>
            <pc:sldMk cId="903994161" sldId="257"/>
            <ac:picMk id="137" creationId="{B6798C1B-E435-5C3D-0CF5-52F6C42F0CB2}"/>
          </ac:picMkLst>
        </pc:picChg>
        <pc:cxnChg chg="mod">
          <ac:chgData name="Peter McKellar" userId="afb9983860982953" providerId="LiveId" clId="{CF22AB1D-CBD9-45A6-A99E-B9B56B593E45}" dt="2026-01-02T08:07:46.860" v="3" actId="1076"/>
          <ac:cxnSpMkLst>
            <pc:docMk/>
            <pc:sldMk cId="903994161" sldId="257"/>
            <ac:cxnSpMk id="12" creationId="{39ACD6C5-A774-122D-F4A0-454C2CBA8A10}"/>
          </ac:cxnSpMkLst>
        </pc:cxnChg>
        <pc:cxnChg chg="mod">
          <ac:chgData name="Peter McKellar" userId="afb9983860982953" providerId="LiveId" clId="{CF22AB1D-CBD9-45A6-A99E-B9B56B593E45}" dt="2026-01-02T08:07:41.816" v="2" actId="14100"/>
          <ac:cxnSpMkLst>
            <pc:docMk/>
            <pc:sldMk cId="903994161" sldId="257"/>
            <ac:cxnSpMk id="17" creationId="{6B8DADDF-E388-D8CF-C2DE-415C521543E0}"/>
          </ac:cxnSpMkLst>
        </pc:cxnChg>
        <pc:cxnChg chg="mod">
          <ac:chgData name="Peter McKellar" userId="afb9983860982953" providerId="LiveId" clId="{CF22AB1D-CBD9-45A6-A99E-B9B56B593E45}" dt="2026-01-02T08:30:05.887" v="228" actId="1076"/>
          <ac:cxnSpMkLst>
            <pc:docMk/>
            <pc:sldMk cId="903994161" sldId="257"/>
            <ac:cxnSpMk id="24" creationId="{62737C35-9FFC-A287-4DDF-2DFB67810A7A}"/>
          </ac:cxnSpMkLst>
        </pc:cxnChg>
        <pc:cxnChg chg="del mod">
          <ac:chgData name="Peter McKellar" userId="afb9983860982953" providerId="LiveId" clId="{CF22AB1D-CBD9-45A6-A99E-B9B56B593E45}" dt="2026-01-02T08:10:59.223" v="71" actId="478"/>
          <ac:cxnSpMkLst>
            <pc:docMk/>
            <pc:sldMk cId="903994161" sldId="257"/>
            <ac:cxnSpMk id="28" creationId="{ABF7002F-A323-A899-C41D-5FEF5A299BD8}"/>
          </ac:cxnSpMkLst>
        </pc:cxnChg>
        <pc:cxnChg chg="mod">
          <ac:chgData name="Peter McKellar" userId="afb9983860982953" providerId="LiveId" clId="{CF22AB1D-CBD9-45A6-A99E-B9B56B593E45}" dt="2026-01-02T08:30:10.881" v="229" actId="1076"/>
          <ac:cxnSpMkLst>
            <pc:docMk/>
            <pc:sldMk cId="903994161" sldId="257"/>
            <ac:cxnSpMk id="33" creationId="{D6FC876B-5D65-F6BC-8334-5AB552AC66E9}"/>
          </ac:cxnSpMkLst>
        </pc:cxnChg>
        <pc:cxnChg chg="mod">
          <ac:chgData name="Peter McKellar" userId="afb9983860982953" providerId="LiveId" clId="{CF22AB1D-CBD9-45A6-A99E-B9B56B593E45}" dt="2026-01-02T08:30:10.881" v="229" actId="1076"/>
          <ac:cxnSpMkLst>
            <pc:docMk/>
            <pc:sldMk cId="903994161" sldId="257"/>
            <ac:cxnSpMk id="36" creationId="{AA087EF7-154C-BA64-508F-92A13B25949F}"/>
          </ac:cxnSpMkLst>
        </pc:cxnChg>
        <pc:cxnChg chg="add mod">
          <ac:chgData name="Peter McKellar" userId="afb9983860982953" providerId="LiveId" clId="{CF22AB1D-CBD9-45A6-A99E-B9B56B593E45}" dt="2026-01-02T08:30:05.887" v="228" actId="1076"/>
          <ac:cxnSpMkLst>
            <pc:docMk/>
            <pc:sldMk cId="903994161" sldId="257"/>
            <ac:cxnSpMk id="122" creationId="{111B4F91-B48F-26E8-B227-CC011F11E2AC}"/>
          </ac:cxnSpMkLst>
        </pc:cxnChg>
        <pc:cxnChg chg="add mod">
          <ac:chgData name="Peter McKellar" userId="afb9983860982953" providerId="LiveId" clId="{CF22AB1D-CBD9-45A6-A99E-B9B56B593E45}" dt="2026-01-02T08:38:24.111" v="253" actId="1076"/>
          <ac:cxnSpMkLst>
            <pc:docMk/>
            <pc:sldMk cId="903994161" sldId="257"/>
            <ac:cxnSpMk id="141" creationId="{C85122F1-1B4F-6984-F7DC-84E9FFDF7A7F}"/>
          </ac:cxnSpMkLst>
        </pc:cxnChg>
      </pc:sldChg>
      <pc:sldChg chg="addSp modSp new mod">
        <pc:chgData name="Peter McKellar" userId="afb9983860982953" providerId="LiveId" clId="{CF22AB1D-CBD9-45A6-A99E-B9B56B593E45}" dt="2026-01-02T08:14:41.129" v="93" actId="6549"/>
        <pc:sldMkLst>
          <pc:docMk/>
          <pc:sldMk cId="4255883916" sldId="258"/>
        </pc:sldMkLst>
        <pc:spChg chg="add mod">
          <ac:chgData name="Peter McKellar" userId="afb9983860982953" providerId="LiveId" clId="{CF22AB1D-CBD9-45A6-A99E-B9B56B593E45}" dt="2026-01-02T08:14:41.129" v="93" actId="6549"/>
          <ac:spMkLst>
            <pc:docMk/>
            <pc:sldMk cId="4255883916" sldId="258"/>
            <ac:spMk id="3" creationId="{65A97F9B-15C2-0AC8-F3DD-23EFE78E328E}"/>
          </ac:spMkLst>
        </pc:spChg>
      </pc:sldChg>
      <pc:sldChg chg="add">
        <pc:chgData name="Peter McKellar" userId="afb9983860982953" providerId="LiveId" clId="{CF22AB1D-CBD9-45A6-A99E-B9B56B593E45}" dt="2026-01-02T08:16:42.921" v="113"/>
        <pc:sldMkLst>
          <pc:docMk/>
          <pc:sldMk cId="662371382" sldId="285"/>
        </pc:sldMkLst>
      </pc:sldChg>
      <pc:sldChg chg="add">
        <pc:chgData name="Peter McKellar" userId="afb9983860982953" providerId="LiveId" clId="{CF22AB1D-CBD9-45A6-A99E-B9B56B593E45}" dt="2026-01-02T08:16:42.921" v="113"/>
        <pc:sldMkLst>
          <pc:docMk/>
          <pc:sldMk cId="1066019118" sldId="286"/>
        </pc:sldMkLst>
      </pc:sldChg>
      <pc:sldChg chg="modSp add mod">
        <pc:chgData name="Peter McKellar" userId="afb9983860982953" providerId="LiveId" clId="{CF22AB1D-CBD9-45A6-A99E-B9B56B593E45}" dt="2026-01-02T08:16:58.379" v="114" actId="1076"/>
        <pc:sldMkLst>
          <pc:docMk/>
          <pc:sldMk cId="3797150226" sldId="287"/>
        </pc:sldMkLst>
        <pc:spChg chg="mod">
          <ac:chgData name="Peter McKellar" userId="afb9983860982953" providerId="LiveId" clId="{CF22AB1D-CBD9-45A6-A99E-B9B56B593E45}" dt="2026-01-02T08:16:58.379" v="114" actId="1076"/>
          <ac:spMkLst>
            <pc:docMk/>
            <pc:sldMk cId="3797150226" sldId="287"/>
            <ac:spMk id="3" creationId="{01F648F5-3310-936E-CBFF-5F6BDAC891CF}"/>
          </ac:spMkLst>
        </pc:spChg>
      </pc:sldChg>
      <pc:sldChg chg="modSp add">
        <pc:chgData name="Peter McKellar" userId="afb9983860982953" providerId="LiveId" clId="{CF22AB1D-CBD9-45A6-A99E-B9B56B593E45}" dt="2026-01-02T08:18:47.816" v="116"/>
        <pc:sldMkLst>
          <pc:docMk/>
          <pc:sldMk cId="3111004345" sldId="288"/>
        </pc:sldMkLst>
        <pc:spChg chg="mod">
          <ac:chgData name="Peter McKellar" userId="afb9983860982953" providerId="LiveId" clId="{CF22AB1D-CBD9-45A6-A99E-B9B56B593E45}" dt="2026-01-02T08:18:47.816" v="116"/>
          <ac:spMkLst>
            <pc:docMk/>
            <pc:sldMk cId="3111004345" sldId="288"/>
            <ac:spMk id="2" creationId="{6AE5446B-55A9-8E3E-99F4-74B778621DE3}"/>
          </ac:spMkLst>
        </pc:spChg>
      </pc:sldChg>
      <pc:sldChg chg="modSp add">
        <pc:chgData name="Peter McKellar" userId="afb9983860982953" providerId="LiveId" clId="{CF22AB1D-CBD9-45A6-A99E-B9B56B593E45}" dt="2026-01-02T08:18:47.816" v="116"/>
        <pc:sldMkLst>
          <pc:docMk/>
          <pc:sldMk cId="3408054192" sldId="289"/>
        </pc:sldMkLst>
        <pc:spChg chg="mod">
          <ac:chgData name="Peter McKellar" userId="afb9983860982953" providerId="LiveId" clId="{CF22AB1D-CBD9-45A6-A99E-B9B56B593E45}" dt="2026-01-02T08:18:47.816" v="116"/>
          <ac:spMkLst>
            <pc:docMk/>
            <pc:sldMk cId="3408054192" sldId="289"/>
            <ac:spMk id="3" creationId="{9B30F1E3-3B09-4BF8-D8C4-4024D79E20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34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829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69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910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6176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6631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5169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8846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9380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6581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3195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F7D522E-50CC-49C5-BD48-4173A4CBD81F}" type="datetimeFigureOut">
              <a:rPr lang="en-NZ" smtClean="0"/>
              <a:t>2/01/2026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D222C9D-CEE2-4223-A13F-405287162A56}" type="slidenum">
              <a:rPr lang="en-NZ" smtClean="0"/>
              <a:t>‹#›</a:t>
            </a:fld>
            <a:endParaRPr lang="en-N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33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kmac99/rms_mqt" TargetMode="External"/><Relationship Id="rId2" Type="http://schemas.openxmlformats.org/officeDocument/2006/relationships/hyperlink" Target="https://github.com/pmcke/Aler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458B-0A35-8B1F-428F-B20235D66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/>
              <a:t>Camera Alert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2346F-6B43-1F6B-E9E0-A6145430D1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001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CD6C5-A774-122D-F4A0-454C2CBA8A10}"/>
              </a:ext>
            </a:extLst>
          </p:cNvPr>
          <p:cNvCxnSpPr>
            <a:cxnSpLocks/>
          </p:cNvCxnSpPr>
          <p:nvPr/>
        </p:nvCxnSpPr>
        <p:spPr>
          <a:xfrm flipV="1">
            <a:off x="1283399" y="3332695"/>
            <a:ext cx="1463538" cy="1006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60F05F-5197-F590-CBCD-7806FA1E1DB5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057459" y="3272535"/>
            <a:ext cx="504748" cy="14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8DADDF-E388-D8CF-C2DE-415C521543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197248" y="1974387"/>
            <a:ext cx="1567424" cy="1312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737C35-9FFC-A287-4DDF-2DFB67810A7A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 flipV="1">
            <a:off x="6315626" y="2169382"/>
            <a:ext cx="1477638" cy="1103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FC876B-5D65-F6BC-8334-5AB552AC66E9}"/>
              </a:ext>
            </a:extLst>
          </p:cNvPr>
          <p:cNvCxnSpPr>
            <a:cxnSpLocks/>
            <a:stCxn id="26" idx="1"/>
            <a:endCxn id="22" idx="3"/>
          </p:cNvCxnSpPr>
          <p:nvPr/>
        </p:nvCxnSpPr>
        <p:spPr>
          <a:xfrm flipH="1">
            <a:off x="9185506" y="3232924"/>
            <a:ext cx="1254286" cy="1177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087EF7-154C-BA64-508F-92A13B25949F}"/>
              </a:ext>
            </a:extLst>
          </p:cNvPr>
          <p:cNvCxnSpPr>
            <a:cxnSpLocks/>
            <a:stCxn id="22" idx="1"/>
            <a:endCxn id="9" idx="3"/>
          </p:cNvCxnSpPr>
          <p:nvPr/>
        </p:nvCxnSpPr>
        <p:spPr>
          <a:xfrm flipH="1" flipV="1">
            <a:off x="6315626" y="3272535"/>
            <a:ext cx="1477638" cy="113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E99EFC5-879B-10A3-B1D5-5AC232C9D902}"/>
              </a:ext>
            </a:extLst>
          </p:cNvPr>
          <p:cNvGrpSpPr/>
          <p:nvPr/>
        </p:nvGrpSpPr>
        <p:grpSpPr>
          <a:xfrm>
            <a:off x="4562207" y="2690793"/>
            <a:ext cx="1753419" cy="1163484"/>
            <a:chOff x="5117087" y="1927590"/>
            <a:chExt cx="1753419" cy="11634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7E2CEC6-B93E-17D1-9F89-38D01CD1F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7087" y="1927590"/>
              <a:ext cx="1753419" cy="116348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D7C54E-4AA9-FCD6-72F4-FF74B4F4281D}"/>
                </a:ext>
              </a:extLst>
            </p:cNvPr>
            <p:cNvSpPr txBox="1"/>
            <p:nvPr/>
          </p:nvSpPr>
          <p:spPr>
            <a:xfrm>
              <a:off x="5505995" y="2186166"/>
              <a:ext cx="9219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Alert</a:t>
              </a:r>
            </a:p>
            <a:p>
              <a:r>
                <a:rPr lang="en-NZ" dirty="0">
                  <a:solidFill>
                    <a:schemeClr val="bg1"/>
                  </a:solidFill>
                </a:rPr>
                <a:t>System</a:t>
              </a: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ABBF0B-CEDF-BA78-59E6-88164D5E59AF}"/>
              </a:ext>
            </a:extLst>
          </p:cNvPr>
          <p:cNvCxnSpPr>
            <a:cxnSpLocks/>
            <a:stCxn id="97" idx="3"/>
            <a:endCxn id="10" idx="1"/>
          </p:cNvCxnSpPr>
          <p:nvPr/>
        </p:nvCxnSpPr>
        <p:spPr>
          <a:xfrm>
            <a:off x="1370484" y="3258373"/>
            <a:ext cx="1394188" cy="28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DC84073-D735-481A-DA56-ABD6C8DCF544}"/>
              </a:ext>
            </a:extLst>
          </p:cNvPr>
          <p:cNvSpPr txBox="1"/>
          <p:nvPr/>
        </p:nvSpPr>
        <p:spPr>
          <a:xfrm rot="16200000">
            <a:off x="-995776" y="2565394"/>
            <a:ext cx="2377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>
                <a:solidFill>
                  <a:schemeClr val="accent4">
                    <a:lumMod val="75000"/>
                  </a:schemeClr>
                </a:solidFill>
              </a:rPr>
              <a:t>Cameras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DC4D93-AFAE-FA4D-497D-4A00E3C6E35F}"/>
              </a:ext>
            </a:extLst>
          </p:cNvPr>
          <p:cNvSpPr txBox="1"/>
          <p:nvPr/>
        </p:nvSpPr>
        <p:spPr>
          <a:xfrm>
            <a:off x="2123230" y="1545472"/>
            <a:ext cx="2614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MQTT</a:t>
            </a:r>
          </a:p>
          <a:p>
            <a:r>
              <a:rPr lang="en-NZ" dirty="0"/>
              <a:t>Messages </a:t>
            </a:r>
          </a:p>
          <a:p>
            <a:r>
              <a:rPr lang="en-NZ" dirty="0"/>
              <a:t>every 10 mins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FAE559-21FA-8C41-2A92-3B0EB4C00E5E}"/>
              </a:ext>
            </a:extLst>
          </p:cNvPr>
          <p:cNvGrpSpPr/>
          <p:nvPr/>
        </p:nvGrpSpPr>
        <p:grpSpPr>
          <a:xfrm>
            <a:off x="7793264" y="1732779"/>
            <a:ext cx="1315957" cy="873205"/>
            <a:chOff x="7925843" y="941249"/>
            <a:chExt cx="1315957" cy="87320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52EB05-DB63-5840-37A3-1E5FD21A0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5843" y="941249"/>
              <a:ext cx="1315957" cy="873205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48E0E54-72D4-224A-51B2-08756696B91A}"/>
                </a:ext>
              </a:extLst>
            </p:cNvPr>
            <p:cNvSpPr txBox="1"/>
            <p:nvPr/>
          </p:nvSpPr>
          <p:spPr>
            <a:xfrm rot="10800000" flipV="1">
              <a:off x="8113803" y="1182857"/>
              <a:ext cx="867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 err="1">
                  <a:solidFill>
                    <a:schemeClr val="bg1"/>
                  </a:solidFill>
                </a:rPr>
                <a:t>Mailjet</a:t>
              </a:r>
              <a:endParaRPr lang="en-NZ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4643705-D633-FC8A-6721-A0A42EEF708C}"/>
              </a:ext>
            </a:extLst>
          </p:cNvPr>
          <p:cNvGrpSpPr/>
          <p:nvPr/>
        </p:nvGrpSpPr>
        <p:grpSpPr>
          <a:xfrm>
            <a:off x="10439792" y="2830209"/>
            <a:ext cx="1312626" cy="805429"/>
            <a:chOff x="10572371" y="2038679"/>
            <a:chExt cx="1312626" cy="80542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6DED620-0E45-E212-FF4C-9183083E7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72371" y="2038679"/>
              <a:ext cx="1213815" cy="805429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A5F6EA9-25D6-6ADB-2A10-C674513FC194}"/>
                </a:ext>
              </a:extLst>
            </p:cNvPr>
            <p:cNvSpPr txBox="1"/>
            <p:nvPr/>
          </p:nvSpPr>
          <p:spPr>
            <a:xfrm flipH="1">
              <a:off x="10679700" y="2278740"/>
              <a:ext cx="1205297" cy="383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Operator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A00E7EB-9C57-B392-22DB-02BAFC1A0104}"/>
              </a:ext>
            </a:extLst>
          </p:cNvPr>
          <p:cNvGrpSpPr/>
          <p:nvPr/>
        </p:nvGrpSpPr>
        <p:grpSpPr>
          <a:xfrm>
            <a:off x="2764672" y="2857781"/>
            <a:ext cx="1292787" cy="857831"/>
            <a:chOff x="3026686" y="1910496"/>
            <a:chExt cx="1292787" cy="85783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1792502-AD8A-9C3A-ED56-B314BD6CD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6686" y="1910496"/>
              <a:ext cx="1292787" cy="857831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CB5C499-6541-D49A-62BA-B08E104B5542}"/>
                </a:ext>
              </a:extLst>
            </p:cNvPr>
            <p:cNvSpPr txBox="1"/>
            <p:nvPr/>
          </p:nvSpPr>
          <p:spPr>
            <a:xfrm>
              <a:off x="3305579" y="1988248"/>
              <a:ext cx="875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MQTT</a:t>
              </a:r>
            </a:p>
            <a:p>
              <a:r>
                <a:rPr lang="en-NZ" dirty="0">
                  <a:solidFill>
                    <a:schemeClr val="bg1"/>
                  </a:solidFill>
                </a:rPr>
                <a:t>Broker</a:t>
              </a:r>
            </a:p>
          </p:txBody>
        </p:sp>
      </p:grpSp>
      <p:pic>
        <p:nvPicPr>
          <p:cNvPr id="95" name="Graphic 94" descr="Camera outline">
            <a:extLst>
              <a:ext uri="{FF2B5EF4-FFF2-40B4-BE49-F238E27FC236}">
                <a16:creationId xmlns:a16="http://schemas.microsoft.com/office/drawing/2014/main" id="{C953BE02-A5F7-8E1F-228C-864AB6EA3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999" y="1517187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0D4C534E-B096-E0F1-44A6-F71ADA1C6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05" y="2801133"/>
            <a:ext cx="914479" cy="91447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8C859A9-D374-1114-1E11-AE427AE6D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84" y="3836213"/>
            <a:ext cx="914479" cy="914479"/>
          </a:xfrm>
          <a:prstGeom prst="rect">
            <a:avLst/>
          </a:prstGeom>
        </p:spPr>
      </p:pic>
      <p:pic>
        <p:nvPicPr>
          <p:cNvPr id="104" name="Graphic 103" descr="Man with solid fill">
            <a:extLst>
              <a:ext uri="{FF2B5EF4-FFF2-40B4-BE49-F238E27FC236}">
                <a16:creationId xmlns:a16="http://schemas.microsoft.com/office/drawing/2014/main" id="{CF3982E0-B14B-AD7D-C851-A603B563DD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94752" y="1822086"/>
            <a:ext cx="914400" cy="914400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91A4E3C-E9D1-27D5-3BF2-B8F72C984634}"/>
              </a:ext>
            </a:extLst>
          </p:cNvPr>
          <p:cNvGrpSpPr/>
          <p:nvPr/>
        </p:nvGrpSpPr>
        <p:grpSpPr>
          <a:xfrm>
            <a:off x="7793264" y="3973387"/>
            <a:ext cx="1812479" cy="873205"/>
            <a:chOff x="7925843" y="3181857"/>
            <a:chExt cx="1812479" cy="8732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1BF8988-FC34-53E4-BF44-1EA2B0040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5843" y="3181857"/>
              <a:ext cx="1392242" cy="873205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D6F154-14F5-95F1-1283-E536500F0830}"/>
                </a:ext>
              </a:extLst>
            </p:cNvPr>
            <p:cNvSpPr txBox="1"/>
            <p:nvPr/>
          </p:nvSpPr>
          <p:spPr>
            <a:xfrm>
              <a:off x="8086426" y="3467429"/>
              <a:ext cx="1651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Cloudflare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34D419A4-CE95-EE0C-4CB0-FFFCD2383246}"/>
              </a:ext>
            </a:extLst>
          </p:cNvPr>
          <p:cNvSpPr txBox="1"/>
          <p:nvPr/>
        </p:nvSpPr>
        <p:spPr>
          <a:xfrm>
            <a:off x="6097947" y="1815548"/>
            <a:ext cx="165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/>
              <a:t>Mailjet</a:t>
            </a:r>
            <a:r>
              <a:rPr lang="en-NZ" dirty="0"/>
              <a:t> API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B81EE80-867B-C6E6-ED41-037A8E219027}"/>
              </a:ext>
            </a:extLst>
          </p:cNvPr>
          <p:cNvSpPr txBox="1"/>
          <p:nvPr/>
        </p:nvSpPr>
        <p:spPr>
          <a:xfrm>
            <a:off x="9899778" y="1815548"/>
            <a:ext cx="82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Email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A6D0CEF-E385-8F97-9155-FB42C8F8ECB1}"/>
              </a:ext>
            </a:extLst>
          </p:cNvPr>
          <p:cNvSpPr txBox="1"/>
          <p:nvPr/>
        </p:nvSpPr>
        <p:spPr>
          <a:xfrm>
            <a:off x="9884315" y="3836073"/>
            <a:ext cx="1473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Unsubscribe link in email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113A2F-5450-8728-3C17-8F7D89AFDA9D}"/>
              </a:ext>
            </a:extLst>
          </p:cNvPr>
          <p:cNvSpPr txBox="1"/>
          <p:nvPr/>
        </p:nvSpPr>
        <p:spPr>
          <a:xfrm>
            <a:off x="6288211" y="4037024"/>
            <a:ext cx="147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Secure Channel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11B4F91-B48F-26E8-B227-CC011F11E2AC}"/>
              </a:ext>
            </a:extLst>
          </p:cNvPr>
          <p:cNvCxnSpPr>
            <a:stCxn id="21" idx="3"/>
            <a:endCxn id="26" idx="1"/>
          </p:cNvCxnSpPr>
          <p:nvPr/>
        </p:nvCxnSpPr>
        <p:spPr>
          <a:xfrm>
            <a:off x="9109221" y="2169382"/>
            <a:ext cx="1330571" cy="106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A4BF251-C210-1030-19C9-E20872DC114F}"/>
              </a:ext>
            </a:extLst>
          </p:cNvPr>
          <p:cNvSpPr txBox="1"/>
          <p:nvPr/>
        </p:nvSpPr>
        <p:spPr>
          <a:xfrm>
            <a:off x="1440751" y="240029"/>
            <a:ext cx="197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Mark MacIntyre’s</a:t>
            </a:r>
          </a:p>
          <a:p>
            <a:r>
              <a:rPr lang="en-NZ" dirty="0" err="1"/>
              <a:t>rms_mqtt</a:t>
            </a:r>
            <a:r>
              <a:rPr lang="en-NZ" dirty="0"/>
              <a:t> system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F3E3E57-1893-3666-B523-C2876EB46858}"/>
              </a:ext>
            </a:extLst>
          </p:cNvPr>
          <p:cNvSpPr txBox="1"/>
          <p:nvPr/>
        </p:nvSpPr>
        <p:spPr>
          <a:xfrm>
            <a:off x="7027986" y="278759"/>
            <a:ext cx="2423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/>
              <a:t>Alert System</a:t>
            </a:r>
          </a:p>
        </p:txBody>
      </p:sp>
      <p:sp>
        <p:nvSpPr>
          <p:cNvPr id="125" name="Arrow: Left 124">
            <a:extLst>
              <a:ext uri="{FF2B5EF4-FFF2-40B4-BE49-F238E27FC236}">
                <a16:creationId xmlns:a16="http://schemas.microsoft.com/office/drawing/2014/main" id="{DB24E631-8574-8D10-EDF6-DC1C705A8028}"/>
              </a:ext>
            </a:extLst>
          </p:cNvPr>
          <p:cNvSpPr/>
          <p:nvPr/>
        </p:nvSpPr>
        <p:spPr>
          <a:xfrm>
            <a:off x="485303" y="424543"/>
            <a:ext cx="873460" cy="2830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F433C236-03F3-5C67-B840-BD79CB4FC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585" y="413828"/>
            <a:ext cx="985615" cy="330789"/>
          </a:xfrm>
          <a:prstGeom prst="rect">
            <a:avLst/>
          </a:prstGeom>
        </p:spPr>
      </p:pic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F2D50EA8-60DC-57EB-8F7D-49C3C3D23FA0}"/>
              </a:ext>
            </a:extLst>
          </p:cNvPr>
          <p:cNvSpPr/>
          <p:nvPr/>
        </p:nvSpPr>
        <p:spPr>
          <a:xfrm>
            <a:off x="3493054" y="413829"/>
            <a:ext cx="1093926" cy="280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62919777-30A1-1F62-5D74-29A418ABD8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792" y="372262"/>
            <a:ext cx="1064146" cy="390186"/>
          </a:xfrm>
          <a:prstGeom prst="rect">
            <a:avLst/>
          </a:prstGeom>
        </p:spPr>
      </p:pic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A6E9588-73F0-96D7-9234-103F8D838CB5}"/>
              </a:ext>
            </a:extLst>
          </p:cNvPr>
          <p:cNvGrpSpPr/>
          <p:nvPr/>
        </p:nvGrpSpPr>
        <p:grpSpPr>
          <a:xfrm>
            <a:off x="4906333" y="4339452"/>
            <a:ext cx="1286119" cy="873205"/>
            <a:chOff x="4906333" y="4339452"/>
            <a:chExt cx="1286119" cy="873205"/>
          </a:xfrm>
        </p:grpSpPr>
        <p:sp>
          <p:nvSpPr>
            <p:cNvPr id="138" name="Cylinder 137">
              <a:extLst>
                <a:ext uri="{FF2B5EF4-FFF2-40B4-BE49-F238E27FC236}">
                  <a16:creationId xmlns:a16="http://schemas.microsoft.com/office/drawing/2014/main" id="{D7D33BFB-F090-C6A7-74D9-CDE59D4A7AB9}"/>
                </a:ext>
              </a:extLst>
            </p:cNvPr>
            <p:cNvSpPr/>
            <p:nvPr/>
          </p:nvSpPr>
          <p:spPr>
            <a:xfrm>
              <a:off x="4934329" y="4339452"/>
              <a:ext cx="999060" cy="87320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7B9872C-0022-FE8D-6382-E034AF683C9E}"/>
                </a:ext>
              </a:extLst>
            </p:cNvPr>
            <p:cNvSpPr txBox="1"/>
            <p:nvPr/>
          </p:nvSpPr>
          <p:spPr>
            <a:xfrm>
              <a:off x="4906333" y="4661926"/>
              <a:ext cx="1286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Database</a:t>
              </a:r>
            </a:p>
          </p:txBody>
        </p:sp>
      </p:grp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85122F1-1B4F-6984-F7DC-84E9FFDF7A7F}"/>
              </a:ext>
            </a:extLst>
          </p:cNvPr>
          <p:cNvCxnSpPr>
            <a:stCxn id="9" idx="2"/>
            <a:endCxn id="138" idx="0"/>
          </p:cNvCxnSpPr>
          <p:nvPr/>
        </p:nvCxnSpPr>
        <p:spPr>
          <a:xfrm flipH="1">
            <a:off x="5433859" y="3854277"/>
            <a:ext cx="5058" cy="7034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99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A97F9B-15C2-0AC8-F3DD-23EFE78E328E}"/>
              </a:ext>
            </a:extLst>
          </p:cNvPr>
          <p:cNvSpPr txBox="1"/>
          <p:nvPr/>
        </p:nvSpPr>
        <p:spPr>
          <a:xfrm>
            <a:off x="3048000" y="283029"/>
            <a:ext cx="5671457" cy="638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NZ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ALERT SCENARIOS</a:t>
            </a:r>
            <a:b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Three independent alert scenarios are implemented.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 Camera Status Down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Triggered when </a:t>
            </a:r>
            <a:r>
              <a:rPr lang="en-US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camerastatus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=0 for longer than </a:t>
            </a:r>
            <a:r>
              <a:rPr lang="en-US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timeout_minutes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 Pi and Camera Silent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Triggered when no MQTT messages are received for </a:t>
            </a:r>
            <a:r>
              <a:rPr lang="en-US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silence_timeout_minutes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 Has Not Rebooted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Triggered when </a:t>
            </a:r>
            <a:r>
              <a:rPr lang="en-US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lastboot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timestamp exceeds </a:t>
            </a:r>
            <a:r>
              <a:rPr lang="en-US" sz="16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reboot_threshold_hours</a:t>
            </a: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scenario: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• Sends an initial email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• Sends reminders every 24 hours (configurable)</a:t>
            </a:r>
            <a:b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• Auto-unsubscribes after a configurable number of repeats</a:t>
            </a:r>
            <a:endParaRPr lang="en-NZ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NZ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88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854B-2D96-D564-9CB9-182902D3A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2201" y="802300"/>
            <a:ext cx="7805056" cy="2541431"/>
          </a:xfrm>
        </p:spPr>
        <p:txBody>
          <a:bodyPr/>
          <a:lstStyle/>
          <a:p>
            <a:r>
              <a:rPr lang="en-NZ" dirty="0"/>
              <a:t>Examples of emails sent 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0F1E3-3B09-4BF8-D8C4-4024D79E2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805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648F5-3310-936E-CBFF-5F6BDAC891CF}"/>
              </a:ext>
            </a:extLst>
          </p:cNvPr>
          <p:cNvSpPr txBox="1"/>
          <p:nvPr/>
        </p:nvSpPr>
        <p:spPr>
          <a:xfrm>
            <a:off x="1861457" y="-171986"/>
            <a:ext cx="89154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Station NZ0014 has not rebooted recently.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Don't reply to this email</a:t>
            </a:r>
          </a:p>
          <a:p>
            <a:endParaRPr lang="en-US" sz="1400" dirty="0"/>
          </a:p>
          <a:p>
            <a:r>
              <a:rPr lang="en-US" sz="1400" dirty="0"/>
              <a:t>Your station last booted at (UTC): 2025-12-29 08:10:11 UTC</a:t>
            </a:r>
          </a:p>
          <a:p>
            <a:r>
              <a:rPr lang="en-US" sz="1400" dirty="0"/>
              <a:t>Hours since boot: 78.02</a:t>
            </a:r>
          </a:p>
          <a:p>
            <a:endParaRPr lang="en-US" sz="1400" dirty="0"/>
          </a:p>
          <a:p>
            <a:r>
              <a:rPr lang="en-US" sz="1400" dirty="0"/>
              <a:t>There may not be anything wrong. It may only be confused.</a:t>
            </a:r>
          </a:p>
          <a:p>
            <a:endParaRPr lang="en-US" sz="1400" dirty="0"/>
          </a:p>
          <a:p>
            <a:r>
              <a:rPr lang="en-US" sz="1400" dirty="0"/>
              <a:t>1) Log into your pi/computer. Look in the </a:t>
            </a:r>
            <a:r>
              <a:rPr lang="en-US" sz="1400" dirty="0" err="1"/>
              <a:t>RMS_Data</a:t>
            </a:r>
            <a:r>
              <a:rPr lang="en-US" sz="1400" dirty="0"/>
              <a:t> folder. Look for a file called ".</a:t>
            </a:r>
            <a:r>
              <a:rPr lang="en-US" sz="1400" dirty="0" err="1"/>
              <a:t>reboot_lock</a:t>
            </a:r>
            <a:r>
              <a:rPr lang="en-US" sz="1400" dirty="0"/>
              <a:t>". You may need </a:t>
            </a:r>
          </a:p>
          <a:p>
            <a:r>
              <a:rPr lang="en-US" sz="1400" dirty="0"/>
              <a:t>  to go to View/Show Hidden in the menu to see this file. Files that begin with a dot are hidden files. </a:t>
            </a:r>
          </a:p>
          <a:p>
            <a:r>
              <a:rPr lang="en-US" sz="1400" dirty="0"/>
              <a:t>  If you are using the command line, use "ls -la to see hidden files. If you see this file delete it.</a:t>
            </a:r>
          </a:p>
          <a:p>
            <a:endParaRPr lang="en-US" sz="1400" dirty="0"/>
          </a:p>
          <a:p>
            <a:r>
              <a:rPr lang="en-US" sz="1400" dirty="0"/>
              <a:t>2) Reboot the pi/computer. Try to do this gracefully at the command line (</a:t>
            </a:r>
            <a:r>
              <a:rPr lang="en-US" sz="1400" dirty="0" err="1"/>
              <a:t>sudo</a:t>
            </a:r>
            <a:r>
              <a:rPr lang="en-US" sz="1400" dirty="0"/>
              <a:t> reboot) but power cycle it if </a:t>
            </a:r>
          </a:p>
          <a:p>
            <a:r>
              <a:rPr lang="en-US" sz="1400" dirty="0"/>
              <a:t>  you must. Everything will probably be OK after a reboot but if this error reoccurs, ask us for help.</a:t>
            </a:r>
          </a:p>
          <a:p>
            <a:endParaRPr lang="en-US" sz="1400" dirty="0"/>
          </a:p>
          <a:p>
            <a:r>
              <a:rPr lang="en-US" sz="1400" dirty="0"/>
              <a:t>  If you are unsure, please reach out to</a:t>
            </a:r>
          </a:p>
          <a:p>
            <a:endParaRPr lang="en-US" sz="1400" dirty="0"/>
          </a:p>
          <a:p>
            <a:r>
              <a:rPr lang="en-US" sz="1400" dirty="0"/>
              <a:t>    gmn@mckellar.net.nz (gmn@mckellar.net.nz)</a:t>
            </a:r>
          </a:p>
          <a:p>
            <a:r>
              <a:rPr lang="en-US" sz="1400" dirty="0"/>
              <a:t>steve@matheson.net.nz (steve@matheson.net.nz)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Unsubscribe from these alerts:</a:t>
            </a:r>
          </a:p>
          <a:p>
            <a:r>
              <a:rPr lang="en-US" sz="1400" dirty="0"/>
              <a:t>https://alerts.mckellar.nz/unsubscribe?station=NZ0014&amp;email=gmn%40mckellar.net.nz&amp;sig=59f62add8b8ccec4e6e7bbc6b691ae1739e152dd95b80b09e8b9d2402e28bf3a</a:t>
            </a:r>
          </a:p>
          <a:p>
            <a:endParaRPr lang="en-US" sz="1400" dirty="0"/>
          </a:p>
          <a:p>
            <a:r>
              <a:rPr lang="en-US" sz="1400" dirty="0"/>
              <a:t>Note: the link will open a confirmation page before you are unsubscribed.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79715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3C1F0-BC5E-663F-6F02-1593F62442C7}"/>
              </a:ext>
            </a:extLst>
          </p:cNvPr>
          <p:cNvSpPr txBox="1"/>
          <p:nvPr/>
        </p:nvSpPr>
        <p:spPr>
          <a:xfrm>
            <a:off x="1801586" y="-348342"/>
            <a:ext cx="8588828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Camera alert for station NZ0014</a:t>
            </a:r>
          </a:p>
          <a:p>
            <a:endParaRPr lang="en-US" sz="1200" dirty="0"/>
          </a:p>
          <a:p>
            <a:r>
              <a:rPr lang="en-US" sz="1200" dirty="0"/>
              <a:t>Don't reply to this email</a:t>
            </a:r>
          </a:p>
          <a:p>
            <a:endParaRPr lang="en-US" sz="1200" dirty="0"/>
          </a:p>
          <a:p>
            <a:r>
              <a:rPr lang="en-US" sz="1200" dirty="0"/>
              <a:t>No messages have been received since:</a:t>
            </a:r>
          </a:p>
          <a:p>
            <a:r>
              <a:rPr lang="en-US" sz="1200" dirty="0"/>
              <a:t>2025-12-31 03:14:24 UTC</a:t>
            </a:r>
          </a:p>
          <a:p>
            <a:endParaRPr lang="en-US" sz="1200" dirty="0"/>
          </a:p>
          <a:p>
            <a:r>
              <a:rPr lang="en-US" sz="1200" dirty="0"/>
              <a:t>This indicates that your whole system is offline.</a:t>
            </a:r>
          </a:p>
          <a:p>
            <a:endParaRPr lang="en-US" sz="1200" dirty="0"/>
          </a:p>
          <a:p>
            <a:r>
              <a:rPr lang="en-US" sz="1200" dirty="0"/>
              <a:t>Things to check: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1/ Is the power on to the devices?</a:t>
            </a:r>
          </a:p>
          <a:p>
            <a:endParaRPr lang="en-US" sz="1200" dirty="0"/>
          </a:p>
          <a:p>
            <a:r>
              <a:rPr lang="en-US" sz="1200" dirty="0"/>
              <a:t>2/ Is the internet on? Are you having trouble with other devices on the network?</a:t>
            </a:r>
          </a:p>
          <a:p>
            <a:endParaRPr lang="en-US" sz="1200" dirty="0"/>
          </a:p>
          <a:p>
            <a:r>
              <a:rPr lang="en-US" sz="1200" dirty="0"/>
              <a:t>3/ Is the </a:t>
            </a:r>
            <a:r>
              <a:rPr lang="en-US" sz="1200" dirty="0" err="1"/>
              <a:t>wifi</a:t>
            </a:r>
            <a:r>
              <a:rPr lang="en-US" sz="1200" dirty="0"/>
              <a:t> connection still good? You may need to put a keyboard, mouse and </a:t>
            </a:r>
          </a:p>
          <a:p>
            <a:r>
              <a:rPr lang="en-US" sz="1200" dirty="0"/>
              <a:t>  keyboard onto the pi/computer to check this.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If you are unsure, please reach out to</a:t>
            </a:r>
          </a:p>
          <a:p>
            <a:endParaRPr lang="en-US" sz="1200" dirty="0"/>
          </a:p>
          <a:p>
            <a:r>
              <a:rPr lang="en-US" sz="1200" dirty="0"/>
              <a:t>	gmn@mckellar.net.nz (gmn@mckellar.net.nz)</a:t>
            </a:r>
          </a:p>
          <a:p>
            <a:r>
              <a:rPr lang="en-US" sz="1200" dirty="0"/>
              <a:t>steve@matheson.net.nz (steve@matheson.net.nz)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Unsubscribe from these alerts:</a:t>
            </a:r>
          </a:p>
          <a:p>
            <a:r>
              <a:rPr lang="en-US" sz="1200" dirty="0"/>
              <a:t>https://alerts.mckellar.nz/unsubscribe?station=NZ0014&amp;email=gmn%40mckellar.net.nz&amp;sig=59f62add8b8ccec4e6e7bbc6b691ae1739e152dd95b80b09e8b9d2402e28bf3a</a:t>
            </a:r>
          </a:p>
          <a:p>
            <a:endParaRPr lang="en-US" sz="1200" dirty="0"/>
          </a:p>
          <a:p>
            <a:r>
              <a:rPr lang="en-US" sz="1200" dirty="0"/>
              <a:t>Note: the link will open a confirmation page before you are unsubscribed.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06601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A074D-9B44-FA0C-7436-E0BC2DE7820F}"/>
              </a:ext>
            </a:extLst>
          </p:cNvPr>
          <p:cNvSpPr txBox="1"/>
          <p:nvPr/>
        </p:nvSpPr>
        <p:spPr>
          <a:xfrm>
            <a:off x="1937658" y="-130629"/>
            <a:ext cx="843642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Camera alert for station NZ001P</a:t>
            </a:r>
          </a:p>
          <a:p>
            <a:endParaRPr lang="en-US" sz="800" dirty="0"/>
          </a:p>
          <a:p>
            <a:r>
              <a:rPr lang="en-US" sz="800" dirty="0"/>
              <a:t>Don't reply to this email</a:t>
            </a:r>
          </a:p>
          <a:p>
            <a:endParaRPr lang="en-US" sz="800" dirty="0"/>
          </a:p>
          <a:p>
            <a:r>
              <a:rPr lang="en-US" sz="800" dirty="0"/>
              <a:t>No messages have been received since: 2025-12-31 03:14:20 UTC</a:t>
            </a:r>
          </a:p>
          <a:p>
            <a:endParaRPr lang="en-US" sz="800" dirty="0"/>
          </a:p>
          <a:p>
            <a:r>
              <a:rPr lang="en-US" sz="800" dirty="0"/>
              <a:t>This indicates the camera is not connected to the pi/computer. </a:t>
            </a:r>
          </a:p>
          <a:p>
            <a:endParaRPr lang="en-US" sz="800" dirty="0"/>
          </a:p>
          <a:p>
            <a:r>
              <a:rPr lang="en-US" sz="800" dirty="0"/>
              <a:t>Things to check</a:t>
            </a:r>
          </a:p>
          <a:p>
            <a:endParaRPr lang="en-US" sz="800" dirty="0"/>
          </a:p>
          <a:p>
            <a:r>
              <a:rPr lang="en-US" sz="800" dirty="0"/>
              <a:t>1/ Is the power switched on to the POE injector, which powers the camera.</a:t>
            </a:r>
          </a:p>
          <a:p>
            <a:endParaRPr lang="en-US" sz="800" dirty="0"/>
          </a:p>
          <a:p>
            <a:r>
              <a:rPr lang="en-US" sz="800" dirty="0"/>
              <a:t>2/ Are all the connections intact. Detach and </a:t>
            </a:r>
            <a:r>
              <a:rPr lang="en-US" sz="800" dirty="0" err="1"/>
              <a:t>replug</a:t>
            </a:r>
            <a:r>
              <a:rPr lang="en-US" sz="800" dirty="0"/>
              <a:t> all the ethernet connectors.</a:t>
            </a:r>
          </a:p>
          <a:p>
            <a:endParaRPr lang="en-US" sz="800" dirty="0"/>
          </a:p>
          <a:p>
            <a:r>
              <a:rPr lang="en-US" sz="800" dirty="0"/>
              <a:t>3/ Check the ethernet cables are plugged in the right places. On the POE injector </a:t>
            </a:r>
          </a:p>
          <a:p>
            <a:r>
              <a:rPr lang="en-US" sz="800" dirty="0"/>
              <a:t>  the two ports are labelled POE &amp; LAN. The cable to the camera goes into POE and </a:t>
            </a:r>
          </a:p>
          <a:p>
            <a:r>
              <a:rPr lang="en-US" sz="800" dirty="0"/>
              <a:t>  the cable to the raspberry pi goes into LAN. </a:t>
            </a:r>
          </a:p>
          <a:p>
            <a:endParaRPr lang="en-US" sz="800" dirty="0"/>
          </a:p>
          <a:p>
            <a:r>
              <a:rPr lang="en-US" sz="800" dirty="0"/>
              <a:t>4/ Check the lights. There should be one light on the POE injector. It should be solid on. </a:t>
            </a:r>
          </a:p>
          <a:p>
            <a:r>
              <a:rPr lang="en-US" sz="800" dirty="0"/>
              <a:t>  If it is flashing then the POE injector is in an error state.</a:t>
            </a:r>
          </a:p>
          <a:p>
            <a:endParaRPr lang="en-US" sz="800" dirty="0"/>
          </a:p>
          <a:p>
            <a:r>
              <a:rPr lang="en-US" sz="800" dirty="0"/>
              <a:t>5/ Check the lights on the POE splitter. One blue light indicates power is on. A green </a:t>
            </a:r>
          </a:p>
          <a:p>
            <a:r>
              <a:rPr lang="en-US" sz="800" dirty="0"/>
              <a:t>  light occasionally blinking indicates network traffic.</a:t>
            </a:r>
          </a:p>
          <a:p>
            <a:endParaRPr lang="en-US" sz="800" dirty="0"/>
          </a:p>
          <a:p>
            <a:r>
              <a:rPr lang="en-US" sz="800" dirty="0"/>
              <a:t>6/ Is the POE splitter warm to the touch. This may indicate a failed POE splitter. </a:t>
            </a:r>
          </a:p>
          <a:p>
            <a:r>
              <a:rPr lang="en-US" sz="800" dirty="0"/>
              <a:t>  These don't fare well when exposed to the weather. Ask for a replacement if it appears </a:t>
            </a:r>
          </a:p>
          <a:p>
            <a:r>
              <a:rPr lang="en-US" sz="800" dirty="0"/>
              <a:t>  to have failed.</a:t>
            </a:r>
          </a:p>
          <a:p>
            <a:endParaRPr lang="en-US" sz="800" dirty="0"/>
          </a:p>
          <a:p>
            <a:r>
              <a:rPr lang="en-US" sz="800" dirty="0"/>
              <a:t>7/ Inside the camera housing, check that all the plugs are well seated on the camera board. </a:t>
            </a:r>
          </a:p>
          <a:p>
            <a:r>
              <a:rPr lang="en-US" sz="800" dirty="0"/>
              <a:t>  There is one small plug for power, one larger one for data. A third plug that is loose is OK.</a:t>
            </a:r>
          </a:p>
          <a:p>
            <a:endParaRPr lang="en-US" sz="800" dirty="0"/>
          </a:p>
          <a:p>
            <a:r>
              <a:rPr lang="en-US" sz="800" dirty="0"/>
              <a:t>If you are unsure, please reach out to </a:t>
            </a:r>
          </a:p>
          <a:p>
            <a:endParaRPr lang="en-US" sz="800" dirty="0"/>
          </a:p>
          <a:p>
            <a:r>
              <a:rPr lang="en-US" sz="800" dirty="0"/>
              <a:t>   gmn@mckellar.net.nz (gmn@mckellar.net.nz)</a:t>
            </a:r>
          </a:p>
          <a:p>
            <a:r>
              <a:rPr lang="en-US" sz="800" dirty="0"/>
              <a:t>steve@matheson.net.nz (steve@matheson.net.nz)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Unsubscribe from these alerts:</a:t>
            </a:r>
          </a:p>
          <a:p>
            <a:r>
              <a:rPr lang="en-US" sz="800" dirty="0"/>
              <a:t>https://alerts.mckellar.nz/unsubscribe?station=NZ001P&amp;email=gmn%40mckellar.net.nz&amp;sig=f3133d58d87d01f052d48e6c4c25f08f80278394a9e6513610535444b17c8a1c</a:t>
            </a:r>
          </a:p>
          <a:p>
            <a:endParaRPr lang="en-US" sz="800" dirty="0"/>
          </a:p>
          <a:p>
            <a:r>
              <a:rPr lang="en-US" sz="800" dirty="0"/>
              <a:t>Note: the link will open a confirmation page before you are unsubscribed.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66237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446B-55A9-8E3E-99F4-74B77862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Important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641F-5398-7540-82E0-5C94214E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5463" y="2582972"/>
            <a:ext cx="6571343" cy="3450613"/>
          </a:xfrm>
        </p:spPr>
        <p:txBody>
          <a:bodyPr/>
          <a:lstStyle/>
          <a:p>
            <a:r>
              <a:rPr lang="en-NZ" dirty="0">
                <a:hlinkClick r:id="rId2"/>
              </a:rPr>
              <a:t>https://github.com/pmcke/Alerts</a:t>
            </a:r>
            <a:endParaRPr lang="en-NZ" dirty="0"/>
          </a:p>
          <a:p>
            <a:r>
              <a:rPr lang="en-NZ" dirty="0">
                <a:hlinkClick r:id="rId3"/>
              </a:rPr>
              <a:t>https://github.com/markmac99/rms_mqt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110043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</TotalTime>
  <Words>963</Words>
  <Application>Microsoft Office PowerPoint</Application>
  <PresentationFormat>Widescreen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Camera Alert System</vt:lpstr>
      <vt:lpstr>PowerPoint Presentation</vt:lpstr>
      <vt:lpstr>PowerPoint Presentation</vt:lpstr>
      <vt:lpstr>Examples of emails sent out</vt:lpstr>
      <vt:lpstr>PowerPoint Presentation</vt:lpstr>
      <vt:lpstr>PowerPoint Presentation</vt:lpstr>
      <vt:lpstr>PowerPoint Presentation</vt:lpstr>
      <vt:lpstr>Important URLs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McKellar</dc:creator>
  <cp:lastModifiedBy>Peter McKellar</cp:lastModifiedBy>
  <cp:revision>1</cp:revision>
  <dcterms:created xsi:type="dcterms:W3CDTF">2026-01-02T07:44:28Z</dcterms:created>
  <dcterms:modified xsi:type="dcterms:W3CDTF">2026-01-02T08:39:01Z</dcterms:modified>
</cp:coreProperties>
</file>